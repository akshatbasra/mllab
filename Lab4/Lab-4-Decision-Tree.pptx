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550" r:id="rId3"/>
    <p:sldId id="259" r:id="rId4"/>
    <p:sldId id="260" r:id="rId5"/>
    <p:sldId id="257" r:id="rId6"/>
    <p:sldId id="570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F36C6-7AE8-46C7-81F4-832AFC6B41C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D6E91-ACCC-469B-99CF-4DA72278C9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99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an appropriate data set for building the decision tree.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D6E91-ACCC-469B-99CF-4DA72278C92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000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endParaRPr lang="en-US" b="0" i="0" dirty="0">
              <a:effectLst/>
              <a:latin typeface="system-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D6E91-ACCC-469B-99CF-4DA72278C92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208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endParaRPr lang="en-US" b="0" i="0" dirty="0">
              <a:effectLst/>
              <a:latin typeface="system-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D6E91-ACCC-469B-99CF-4DA72278C92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200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CA694-8539-4F98-981A-1EDA732D5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C36B19-6608-405C-A354-829FBF355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A3939-EFAA-421E-B7E5-91DBE405B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95FF7-2427-4F17-97B1-8FFF22520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21751-4937-461F-87F9-7A392360E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206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4BDF8-4ACF-424B-880E-E08537D91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80ACF-E98E-4522-A30A-597B8DB6C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9A2D5-96B9-4358-8FE1-8D4FD3B9B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CF421-5737-440A-A2F0-49AAAAEB9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BC25-1FD5-4A09-885A-DD27ABB4C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98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C59C7-B2B8-4A92-8112-CDCA3ED77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DB073-4405-4769-9A58-E9838CAB8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9B822-CA5B-49B6-9C4B-B6BDDAA14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12456-FA02-4535-9110-EF3A70696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CB938-EBAC-475B-B511-55C24534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027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54E19-18F7-4B0F-9E44-CEC0A5921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1C5B0-0AF3-4706-A197-680544366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93FA1-BC97-4F2C-9CB5-47CEB7A0E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276F9-6CCE-426B-AED3-2DD8D2118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3BFAE-76B3-4F59-A8BF-45947DC6B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9FDEA-BB6E-4B29-A2B7-2AB7572B7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994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68B14-891D-4CC9-BD47-C32827F1B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1E292-DF48-4B89-B38D-B9C9C7E04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0D85D-9BCE-4FFD-92C3-A58B04F4F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B28CBB-4B92-4278-A207-3687DD7AFA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BC5B4-254A-4C79-BB42-A1C979E3B5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76D99-9C50-4E40-81C6-D580AD8BF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B97BB3-5252-4580-BF5A-1BAC3F774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9352F7-CF7B-4358-9DD6-8E4000CCB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418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899B6-ED16-47D8-89A0-F7CC4E27B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E2B694-695F-4276-8004-647F2B9AB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CCC71-0410-4674-81A8-B8D77542E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877572-E25D-4CAE-9589-8A86264A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617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F38B43-40F0-4F55-81FA-77DBCB0F2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B09EFB-2F5B-4972-AB24-C8ECFA6C8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3FD99-4512-4131-B177-ADE8D0521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064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F4683-3BC3-4C6B-A4DE-11DBDBE7A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89C90-CA54-4E6A-AAA0-0C4ADE315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EED50-FDB7-4B23-9F14-936C5BCEC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9790C-66EA-485D-BEA5-C1FD97D62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9E974-82F7-4C54-B79D-FE7087E8F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CE4DD-1EDC-4F38-9C56-1FD601BD8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624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F9542-2554-4248-B1D8-ECAE7C633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D59A76-CC0B-4B13-BF93-D249D725B5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CB673-2776-4C52-BE09-89F312513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2956C-6220-4C59-9ED9-7A57665C9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32B89-9BFE-4B96-8C07-428EF8A62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2A7D2-D55C-4CF4-A4C7-D0C4D09D9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443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16811-2B28-4BB8-B184-45AC8EAFC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B1D50-D297-4B2F-81E0-329706A71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DF1F6-3107-4317-BA04-F5A74FE1C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C0489-A968-4FA0-B74F-6E64D3C53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4B6C9-321E-4DF2-8D5F-A422DD5F8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562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DD424D-BDD2-4D9F-9640-C31C2E9FE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747B7C-4D02-41A8-9F99-2553B76BCC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0CFCF-05F5-4700-AAC9-F71863970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F7753-906A-48E5-A75C-DEB3356F715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B6FF0-0765-4111-BB57-3670D06C1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258ED-0A80-46F1-82ED-E5888E119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9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C4D321-0C74-4D58-942A-F2CEED851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754D4-104B-4C9B-B5A5-8F983A55A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34804-7137-48A1-B08B-285D17B88A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F7753-906A-48E5-A75C-DEB3356F715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CC441-F3D6-4AD6-965E-D376F2627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8E62A-EB95-4D0D-A98D-CBE84FE9F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46D18-3D15-42BB-8F5C-4CEE5637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338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0C46-0C0B-4DD9-BC5E-437381FDF4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Lab-4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F2331F-ADDF-4021-8C3E-2657BB55D1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Use an appropriate data set for building the decision tree.</a:t>
            </a:r>
          </a:p>
        </p:txBody>
      </p:sp>
    </p:spTree>
    <p:extLst>
      <p:ext uri="{BB962C8B-B14F-4D97-AF65-F5344CB8AC3E}">
        <p14:creationId xmlns:p14="http://schemas.microsoft.com/office/powerpoint/2010/main" val="3464186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E9EA5-AA79-9215-1016-1BE69171B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5E6A5-35E6-66E7-B792-AC586FB29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Classification</a:t>
            </a:r>
          </a:p>
          <a:p>
            <a:r>
              <a:rPr lang="en-US" dirty="0"/>
              <a:t>For Regression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F2DF4-B87C-2C71-11EA-45C979749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93AC-6FC6-4FD7-BA84-6FD82A41DCAC}" type="datetime3">
              <a:rPr lang="en-US" smtClean="0"/>
              <a:t>20 March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DD265-C6AA-04C6-59B4-FA5EACE9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BMSCE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FACEC-9D0F-01A5-4BCC-5614F0908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CE0DE-867F-455F-B20B-96D381B4AB7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680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E4332-7488-4326-A409-059AFBC68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 write in Observation Book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D6E6C-7E2C-4218-8E9D-E0F709622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rgbClr val="404040"/>
                </a:solidFill>
                <a:latin typeface="Inter"/>
              </a:rPr>
              <a:t>Consider the following dataset, calculate Entropy and information gain w.r.t to target variable “Classification”. Identify whether the splitting node should be a2 or a3 attribute.</a:t>
            </a:r>
            <a:endParaRPr lang="en-US" sz="2000" b="0" i="0" dirty="0">
              <a:solidFill>
                <a:srgbClr val="404040"/>
              </a:solidFill>
              <a:effectLst/>
              <a:latin typeface="Inter"/>
            </a:endParaRPr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AD21C3-359C-4F0A-9434-4259351BE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796" y="2864223"/>
            <a:ext cx="4694418" cy="255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937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9B1D-F1D8-4AB6-9FD8-296012DF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71594-C9B3-4D34-81E6-70A70E5E2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your Google Co-lab account, execute following sample python program in the notebook.</a:t>
            </a:r>
            <a:endParaRPr lang="en-IN" dirty="0"/>
          </a:p>
          <a:p>
            <a:r>
              <a:rPr lang="en-US" dirty="0"/>
              <a:t>Decision_Tree.py</a:t>
            </a:r>
          </a:p>
        </p:txBody>
      </p:sp>
    </p:spTree>
    <p:extLst>
      <p:ext uri="{BB962C8B-B14F-4D97-AF65-F5344CB8AC3E}">
        <p14:creationId xmlns:p14="http://schemas.microsoft.com/office/powerpoint/2010/main" val="1972355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5E56D-0A98-46F2-B14A-9713528D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Do: Implementation – Decision Tree(for Classification)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622C3-4F16-4547-BFC8-56BC1BF3A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04040"/>
                </a:solidFill>
                <a:latin typeface="Inter"/>
              </a:rPr>
              <a:t>Write Python code to implement the following. Consider dataset files as “iris.csv” and “drug.csv”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404040"/>
                </a:solidFill>
                <a:latin typeface="Inter"/>
              </a:rPr>
              <a:t>1.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040"/>
                </a:solidFill>
                <a:latin typeface="Inter"/>
              </a:rPr>
              <a:t>Build a </a:t>
            </a:r>
            <a:r>
              <a:rPr lang="en-US" sz="2000" dirty="0" err="1">
                <a:solidFill>
                  <a:srgbClr val="404040"/>
                </a:solidFill>
                <a:latin typeface="Inter"/>
              </a:rPr>
              <a:t>DecisionTree</a:t>
            </a:r>
            <a:r>
              <a:rPr lang="en-US" sz="2000" dirty="0">
                <a:solidFill>
                  <a:srgbClr val="404040"/>
                </a:solidFill>
                <a:latin typeface="Inter"/>
              </a:rPr>
              <a:t> classifier to classify IRIS flower dataset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040"/>
                </a:solidFill>
                <a:latin typeface="Inter"/>
              </a:rPr>
              <a:t>Use 80% of data for training and 20% for testing.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040"/>
                </a:solidFill>
                <a:latin typeface="Inter"/>
              </a:rPr>
              <a:t>Display accuracy score and confusion matrix of the trained model on test data.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404040"/>
                </a:solidFill>
                <a:latin typeface="Inter"/>
              </a:rPr>
              <a:t>2.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040"/>
                </a:solidFill>
                <a:latin typeface="Inter"/>
              </a:rPr>
              <a:t>Build a </a:t>
            </a:r>
            <a:r>
              <a:rPr lang="en-US" sz="2000" dirty="0" err="1">
                <a:solidFill>
                  <a:srgbClr val="404040"/>
                </a:solidFill>
                <a:latin typeface="Inter"/>
              </a:rPr>
              <a:t>DecisionTree</a:t>
            </a:r>
            <a:r>
              <a:rPr lang="en-US" sz="2000" dirty="0">
                <a:solidFill>
                  <a:srgbClr val="404040"/>
                </a:solidFill>
                <a:latin typeface="Inter"/>
              </a:rPr>
              <a:t> classifier to classify </a:t>
            </a:r>
            <a:r>
              <a:rPr lang="en-US" sz="2000" dirty="0" err="1">
                <a:solidFill>
                  <a:srgbClr val="404040"/>
                </a:solidFill>
                <a:latin typeface="Inter"/>
              </a:rPr>
              <a:t>Drugdataset</a:t>
            </a:r>
            <a:endParaRPr lang="en-US" sz="2000" dirty="0">
              <a:solidFill>
                <a:srgbClr val="404040"/>
              </a:solidFill>
              <a:latin typeface="Inter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404040"/>
                </a:solidFill>
                <a:latin typeface="Inter"/>
              </a:rPr>
              <a:t>Use 80% of data for training and 20% for testing.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040"/>
                </a:solidFill>
                <a:latin typeface="Inter"/>
              </a:rPr>
              <a:t>Display accuracy score and confusion matrix of the trained model on test data.</a:t>
            </a:r>
          </a:p>
          <a:p>
            <a:pPr marL="0" indent="0">
              <a:buNone/>
            </a:pPr>
            <a:endParaRPr lang="en-US" sz="2000" dirty="0">
              <a:solidFill>
                <a:srgbClr val="404040"/>
              </a:solidFill>
              <a:latin typeface="Inter"/>
            </a:endParaRPr>
          </a:p>
          <a:p>
            <a:pPr marL="0" indent="0">
              <a:buNone/>
            </a:pPr>
            <a:endParaRPr lang="en-US" sz="2000" b="0" i="0" dirty="0"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1850762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5E56D-0A98-46F2-B14A-9713528D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Do: Implementation – Decision Tree(For  Classification)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622C3-4F16-4547-BFC8-56BC1BF3A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04040"/>
                </a:solidFill>
                <a:latin typeface="Inter"/>
              </a:rPr>
              <a:t>Write Python code to implement the following. Consider dataset file “petrol_consumption.csv”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040"/>
                </a:solidFill>
                <a:latin typeface="Inter"/>
              </a:rPr>
              <a:t>Build a </a:t>
            </a:r>
            <a:r>
              <a:rPr lang="en-US" sz="2000" dirty="0" err="1">
                <a:solidFill>
                  <a:srgbClr val="404040"/>
                </a:solidFill>
                <a:latin typeface="Inter"/>
              </a:rPr>
              <a:t>RegressionTree</a:t>
            </a:r>
            <a:r>
              <a:rPr lang="en-US" sz="2000" dirty="0">
                <a:solidFill>
                  <a:srgbClr val="404040"/>
                </a:solidFill>
                <a:latin typeface="Inter"/>
              </a:rPr>
              <a:t> to predict petrol consumption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040"/>
                </a:solidFill>
                <a:latin typeface="Inter"/>
              </a:rPr>
              <a:t>Use 80% of data for training and 20% for testing.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040"/>
                </a:solidFill>
                <a:latin typeface="Inter"/>
              </a:rPr>
              <a:t>Display “Mean Absolute Error, Mean Squared Error, Root Mean Squared Error” for test data.</a:t>
            </a:r>
          </a:p>
          <a:p>
            <a:pPr marL="0" indent="0">
              <a:buNone/>
            </a:pPr>
            <a:endParaRPr lang="en-US" sz="2000" dirty="0">
              <a:solidFill>
                <a:srgbClr val="404040"/>
              </a:solidFill>
              <a:latin typeface="Inter"/>
            </a:endParaRPr>
          </a:p>
          <a:p>
            <a:pPr marL="0" indent="0">
              <a:buNone/>
            </a:pPr>
            <a:endParaRPr lang="en-US" sz="2000" b="0" i="0" dirty="0"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3413968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7F1A7-B14E-4260-AE37-544729E16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Upload to </a:t>
            </a:r>
            <a:r>
              <a:rPr lang="en-US" dirty="0" err="1"/>
              <a:t>Github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5A1EA-7FE4-4B44-864D-43DFFCA8C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your </a:t>
            </a:r>
            <a:r>
              <a:rPr lang="en-US" dirty="0" err="1"/>
              <a:t>github</a:t>
            </a:r>
            <a:r>
              <a:rPr lang="en-US" dirty="0"/>
              <a:t> account create folder “6thSem-ML-Lab” and upload  your python notebook worked on Decision Tree with file name as “</a:t>
            </a:r>
            <a:r>
              <a:rPr lang="en-US" dirty="0">
                <a:solidFill>
                  <a:srgbClr val="0000CC"/>
                </a:solidFill>
              </a:rPr>
              <a:t>yourUSN</a:t>
            </a:r>
            <a:r>
              <a:rPr lang="en-US" dirty="0"/>
              <a:t>_Lab-4-Decision-Tree. </a:t>
            </a:r>
            <a:r>
              <a:rPr lang="en-US" dirty="0" err="1"/>
              <a:t>ipynb</a:t>
            </a:r>
            <a:r>
              <a:rPr lang="en-US" dirty="0"/>
              <a:t>”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4798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9A102-B666-434F-AFAC-EDAC9DFBA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write in the Observation Book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8AA28-0D17-407A-86E4-F0D022490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600" dirty="0"/>
              <a:t>After building the Decision Tree models, write the answer for the following questions in your observation book</a:t>
            </a:r>
          </a:p>
          <a:p>
            <a:pPr marL="0" indent="0" algn="just">
              <a:buNone/>
            </a:pPr>
            <a:r>
              <a:rPr lang="en-US" sz="1600" dirty="0"/>
              <a:t>1. For “iris.csv” dataset</a:t>
            </a:r>
          </a:p>
          <a:p>
            <a:pPr marL="0" indent="0" algn="just">
              <a:buNone/>
            </a:pPr>
            <a:r>
              <a:rPr lang="en-US" sz="1600" dirty="0"/>
              <a:t>What was the accuracy score for the IRIS dataset? </a:t>
            </a:r>
          </a:p>
          <a:p>
            <a:pPr marL="0" indent="0" algn="just">
              <a:buNone/>
            </a:pPr>
            <a:r>
              <a:rPr lang="en-US" sz="1600" dirty="0"/>
              <a:t>What does the confusion matrix tell you about the model's performance? Were there any misclassifications? If so, which classes were most confused?</a:t>
            </a:r>
          </a:p>
          <a:p>
            <a:pPr marL="0" indent="0" algn="just">
              <a:buNone/>
            </a:pPr>
            <a:endParaRPr lang="en-US" sz="1600" dirty="0"/>
          </a:p>
          <a:p>
            <a:pPr marL="0" indent="0" algn="just">
              <a:buNone/>
            </a:pPr>
            <a:r>
              <a:rPr lang="en-US" sz="1600" dirty="0"/>
              <a:t>2. For “petrol_consumption.csv” dataset </a:t>
            </a:r>
          </a:p>
          <a:p>
            <a:pPr marL="0" indent="0" algn="just">
              <a:buNone/>
            </a:pPr>
            <a:r>
              <a:rPr lang="en-US" sz="1600" dirty="0"/>
              <a:t>Can you interpret the Regression Tree structure? What are the most important features for predicting petrol consumption?</a:t>
            </a:r>
          </a:p>
          <a:p>
            <a:pPr marL="0" indent="0" algn="just">
              <a:buNone/>
            </a:pPr>
            <a:r>
              <a:rPr lang="en-US" sz="1600" dirty="0"/>
              <a:t>How does the Regression Tree handle continuous target variables compared to the Decision Tree classifier?</a:t>
            </a:r>
          </a:p>
        </p:txBody>
      </p:sp>
    </p:spTree>
    <p:extLst>
      <p:ext uri="{BB962C8B-B14F-4D97-AF65-F5344CB8AC3E}">
        <p14:creationId xmlns:p14="http://schemas.microsoft.com/office/powerpoint/2010/main" val="290367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418</Words>
  <Application>Microsoft Office PowerPoint</Application>
  <PresentationFormat>Widescreen</PresentationFormat>
  <Paragraphs>43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Inter</vt:lpstr>
      <vt:lpstr>system-ui</vt:lpstr>
      <vt:lpstr>Office Theme</vt:lpstr>
      <vt:lpstr>Lab-4</vt:lpstr>
      <vt:lpstr>Decision Tree</vt:lpstr>
      <vt:lpstr>To write in Observation Book</vt:lpstr>
      <vt:lpstr>Implementation</vt:lpstr>
      <vt:lpstr>To Do: Implementation – Decision Tree(for Classification)</vt:lpstr>
      <vt:lpstr>To Do: Implementation – Decision Tree(For  Classification)</vt:lpstr>
      <vt:lpstr>To Upload to Github</vt:lpstr>
      <vt:lpstr>To write in the Observation Book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Lab-2</dc:title>
  <dc:creator>BMSCECSE</dc:creator>
  <cp:lastModifiedBy>BMSCECSE</cp:lastModifiedBy>
  <cp:revision>31</cp:revision>
  <dcterms:created xsi:type="dcterms:W3CDTF">2025-03-06T04:01:53Z</dcterms:created>
  <dcterms:modified xsi:type="dcterms:W3CDTF">2025-03-20T11:09:15Z</dcterms:modified>
</cp:coreProperties>
</file>