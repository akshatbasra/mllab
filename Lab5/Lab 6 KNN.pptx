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18DD-074A-4436-91A9-9877B1AEB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82559-59E7-40CC-BC0A-D94DCD739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6EC7C-2B6E-4267-BECE-FD70AD8F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EE759-146A-462C-97C8-8DE7A1784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C424-B113-4A3F-8E7F-EEF104FA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23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7046-9C10-4087-909B-11A8B13A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4C7B3-5821-49B6-90EA-4E25E81B7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A5849-D9B3-4CCB-859A-8FDEEB0D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D8D36-771C-453D-83B9-37ADE256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CA508-E263-4729-8564-1378A9FD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62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6D57-254D-4F3A-85CA-1F067DB5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3FF18-069E-4C91-95FE-15246251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6E58F-5A2B-4237-95E2-37A37120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6B038-5647-4958-8737-32782B37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3A13-7BAE-4A5D-A1B6-D42DF7C9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5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9324-8774-4343-A2BF-007ED353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E4EFA-80FE-4D7D-BB52-D761E6DFE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97A2E-DA6B-4E32-8AAA-1AF638027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516AB-55C5-4CD7-A8DF-C38773C5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EA63-294C-4384-8901-E53034FC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0409F-3CB3-47D7-9D79-6958AF0D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86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8F5B-CF66-4016-AA1D-421A2ED7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ABDBC-88B6-4F1B-90DE-16EF29E27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F0BF2-DA77-4728-BAAA-4A1C47F78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E5575-7BDC-47EF-88F2-BCCE2E963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8C948-D7E8-4E94-BBD0-953E7D0D7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E313C-2FE7-47EC-9469-71C14AC7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1C64B-978C-4B03-9693-FADF8565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50FFFD-47E6-4553-8FC4-5E53267D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75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586C-0E1B-4A01-B522-120F9E1BA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84EE2-476D-4BF2-AB95-941FA2E9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2C4D2-836A-408C-95F1-47BF4A75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4A0E7-C8E2-402F-AFAB-409C1E94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80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5FCE5-939B-45F3-BB8A-F819DEC7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DF0B6-1868-421C-B27D-0DAB23C9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03D52-74CA-486D-9D00-5E59B305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2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7ABEB-D773-4E25-A6FD-F5FC51E0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17D2-6F77-4BEB-85CD-05B716273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DE6D6-2098-458F-8B37-A4F8DE117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88675-6C81-4C4C-9E6C-EC434156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89E54-156F-418A-A339-64FF244A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DF57E-7FAD-41A0-82BD-B709F65F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58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3F0-CEED-45E4-A2A8-E6DDDA25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CB121-7C07-4DE8-9C94-CCCF51109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4A169-6B1F-46C6-8B41-0AEB0691C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D3133-3E7C-45B1-BC3C-44A709BA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EE439-5127-4B36-AB0E-513FEFBF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53EA3-6C2D-48CF-9531-A5CF7D16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34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800C-CCBB-4784-8FEC-8771E5E2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DFC32-EA14-4F18-992B-9F93A0638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35DD7-6E29-4E7D-B6EA-F9D25141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AD13-DBB3-489C-9A50-B89D534C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FD29C-7C57-4D58-9D24-23E905CA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7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8CB45-1C20-477C-9A35-2042E2A75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3BA3E-D098-43ED-9C45-2317BB762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F31D-E356-41B2-83D4-755A537D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393B-1024-47FD-90BE-183A4B0B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25CC-71FA-4B72-989E-AC0B1EBE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49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B8DFA5-C22E-4CAF-B426-A8EF449F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E129B-D1DB-48F7-BD38-5CFE3F555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031D6-81CB-4516-AE21-C3637D32E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978AF-1D0C-49C6-9CAB-EEF9733824C3}" type="datetimeFigureOut">
              <a:rPr lang="en-IN" smtClean="0"/>
              <a:t>27-03-2025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4A560-A403-4F17-AA7D-5D3841A8F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80EB-461C-48E0-B877-C1CD8D99F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98EF7-21AD-40B2-A001-C13D3C7FF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8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9A93-7BB7-49FB-B2FC-75F34961F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6: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522A2-8066-446E-BD96-579B828CF1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 KNN Classification model for a given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27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040F-5B57-42EF-91A9-F5BB3B0F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write in Observation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07A53-FA56-4FFC-9664-4C490FFAA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404040"/>
                </a:solidFill>
                <a:latin typeface="Inter"/>
              </a:rPr>
              <a:t>Consider the following dataset, for K=3 </a:t>
            </a:r>
            <a:r>
              <a:rPr lang="en-US" dirty="0">
                <a:solidFill>
                  <a:srgbClr val="404040"/>
                </a:solidFill>
                <a:latin typeface="Inter"/>
              </a:rPr>
              <a:t>and test data (X,35,100) as (</a:t>
            </a:r>
            <a:r>
              <a:rPr lang="en-US" dirty="0" err="1">
                <a:solidFill>
                  <a:srgbClr val="404040"/>
                </a:solidFill>
                <a:latin typeface="Inter"/>
              </a:rPr>
              <a:t>Person,Age,SalaryK</a:t>
            </a:r>
            <a:r>
              <a:rPr lang="en-US" dirty="0">
                <a:solidFill>
                  <a:srgbClr val="404040"/>
                </a:solidFill>
                <a:latin typeface="Inter"/>
              </a:rPr>
              <a:t>) solve using </a:t>
            </a:r>
            <a:r>
              <a:rPr lang="en-US" dirty="0" err="1">
                <a:solidFill>
                  <a:srgbClr val="404040"/>
                </a:solidFill>
                <a:latin typeface="Inter"/>
              </a:rPr>
              <a:t>Knn</a:t>
            </a:r>
            <a:r>
              <a:rPr lang="en-US" dirty="0">
                <a:solidFill>
                  <a:srgbClr val="404040"/>
                </a:solidFill>
                <a:latin typeface="Inter"/>
              </a:rPr>
              <a:t> classifier model and predict the target </a:t>
            </a:r>
            <a:r>
              <a:rPr lang="en-US" sz="2800" dirty="0">
                <a:solidFill>
                  <a:srgbClr val="404040"/>
                </a:solidFill>
                <a:latin typeface="Inter"/>
              </a:rPr>
              <a:t>.</a:t>
            </a:r>
            <a:endParaRPr lang="en-US" sz="28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7198541-71D5-4536-9879-833553930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629579"/>
              </p:ext>
            </p:extLst>
          </p:nvPr>
        </p:nvGraphicFramePr>
        <p:xfrm>
          <a:off x="1540933" y="3149600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135159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21417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153097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71500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Person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SalaryK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9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293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961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11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9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01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568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17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90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EA42-E0D9-43CD-93FC-D3A3CA27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 Implementation – KNN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02690-92E0-4633-A503-66D006CF9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Python code to implement the following. Consider dataset files as “iris.csv” and “diabetes.csv”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KNN classifier to classify IRIS flower dataset. Choose appropriate k value and predict the score ,display confusion matrix and classification report. Use 80% of data for training and 20% for testing. Display accuracy score and confusion matrix of the trained model on test data.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KNN classifier to classify 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dataset. Choose k value and perform feature scaling. Use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80% of data for training and 20% for testing.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accuracy score and confusion matrix of the trained model on test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96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B53D-9E5E-416D-A551-2F30F2A5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 Implementation – KNN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2DB5-7A1B-436F-9777-6383A5805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heart.csv dataset and do following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target using KNN classifier. You can use different values for k neighbors and need to figure out a value of K that gives you a maximum score. 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 confusion matrix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 classification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89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F1A7-B14E-4260-AE37-544729E1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Upload to </a:t>
            </a:r>
            <a:r>
              <a:rPr lang="en-US" dirty="0" err="1"/>
              <a:t>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5A1EA-7FE4-4B44-864D-43DFFCA8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</a:t>
            </a:r>
            <a:r>
              <a:rPr lang="en-US" dirty="0" err="1"/>
              <a:t>github</a:t>
            </a:r>
            <a:r>
              <a:rPr lang="en-US" dirty="0"/>
              <a:t> account create folder “6thSem-ML-Lab” and upload  your python notebook worked on KNN with file name as “</a:t>
            </a:r>
            <a:r>
              <a:rPr lang="en-US" dirty="0">
                <a:solidFill>
                  <a:srgbClr val="0000CC"/>
                </a:solidFill>
              </a:rPr>
              <a:t>yourUSN</a:t>
            </a:r>
            <a:r>
              <a:rPr lang="en-US" dirty="0"/>
              <a:t>_Lab-6-KNN. </a:t>
            </a:r>
            <a:r>
              <a:rPr lang="en-US" dirty="0" err="1"/>
              <a:t>ipynb</a:t>
            </a:r>
            <a:r>
              <a:rPr lang="en-US" dirty="0"/>
              <a:t>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79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C76F-09DD-495C-9A6F-A53C22A3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write in Observation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0D0DB-600E-4596-B544-3A99C112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Iris dataset </a:t>
            </a:r>
          </a:p>
          <a:p>
            <a:pPr marL="0" indent="0">
              <a:buNone/>
            </a:pPr>
            <a:r>
              <a:rPr lang="en-US" dirty="0"/>
              <a:t>How to choose the k value? Demonstrate using accuracy rate and error rate. </a:t>
            </a:r>
            <a:endParaRPr lang="en-US" sz="2800" dirty="0"/>
          </a:p>
          <a:p>
            <a:endParaRPr lang="en-US" dirty="0"/>
          </a:p>
          <a:p>
            <a:r>
              <a:rPr lang="en-US" dirty="0"/>
              <a:t>For Diabetes data set</a:t>
            </a:r>
          </a:p>
          <a:p>
            <a:pPr marL="0" indent="0">
              <a:buNone/>
            </a:pPr>
            <a:r>
              <a:rPr lang="en-US" dirty="0"/>
              <a:t>What is the purpose of feature </a:t>
            </a:r>
            <a:r>
              <a:rPr lang="en-US" dirty="0" err="1"/>
              <a:t>scaling?How</a:t>
            </a:r>
            <a:r>
              <a:rPr lang="en-US" dirty="0"/>
              <a:t> to </a:t>
            </a:r>
            <a:r>
              <a:rPr lang="en-US"/>
              <a:t>perform it?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77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336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Inter</vt:lpstr>
      <vt:lpstr>Times New Roman</vt:lpstr>
      <vt:lpstr>Office Theme</vt:lpstr>
      <vt:lpstr>Lab 6:</vt:lpstr>
      <vt:lpstr>To write in Observation Book</vt:lpstr>
      <vt:lpstr>To Do: Implementation – KNN</vt:lpstr>
      <vt:lpstr>To Do: Implementation – KNN</vt:lpstr>
      <vt:lpstr>To Upload to Github</vt:lpstr>
      <vt:lpstr>To write in Observation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6:</dc:title>
  <dc:creator>BMSCECSE</dc:creator>
  <cp:lastModifiedBy>BMSCECSE</cp:lastModifiedBy>
  <cp:revision>19</cp:revision>
  <dcterms:created xsi:type="dcterms:W3CDTF">2025-03-25T03:55:54Z</dcterms:created>
  <dcterms:modified xsi:type="dcterms:W3CDTF">2025-03-27T08:39:41Z</dcterms:modified>
</cp:coreProperties>
</file>